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743200" cy="2743200"/>
          </a:xfrm>
          <a:prstGeom prst="ellipse">
            <a:avLst/>
          </a:prstGeom>
          <a:solidFill>
            <a:srgbClr val="0F6E8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773936" cy="859184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554480" cy="639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51176" y="7496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  |  School of Computer Science and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Engagement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YouTube Data Analytics Project using Python, SQL and Power BI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32A4C"/>
          </a:solidFill>
          <a:ln w="12700">
            <a:solidFill>
              <a:srgbClr val="2744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5321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Omkar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06240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06240" y="5321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25SCS2040003675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35240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35240" y="5321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– Batch 2026-27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760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68680" y="6016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6016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|  15 Jun – 15 Jul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41932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41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context and Codec Technologies 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741932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41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19568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addressed and what the project set out to 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94894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48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163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Boundaries, assumptions and limitations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294894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2948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163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across the analytics 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155948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559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end to 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877056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4155948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1559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six-stage pipeline in practice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84064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362956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3629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5202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417320" y="5577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produced by the project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5084064"/>
            <a:ext cx="5440680" cy="1060704"/>
          </a:xfrm>
          <a:prstGeom prst="roundRect">
            <a:avLst>
              <a:gd name="adj" fmla="val 5172"/>
            </a:avLst>
          </a:prstGeom>
          <a:solidFill>
            <a:srgbClr val="F4F7F9"/>
          </a:solidFill>
          <a:ln/>
        </p:spPr>
      </p:sp>
      <p:sp>
        <p:nvSpPr>
          <p:cNvPr id="40" name="Shape 38"/>
          <p:cNvSpPr/>
          <p:nvPr/>
        </p:nvSpPr>
        <p:spPr>
          <a:xfrm>
            <a:off x="6464808" y="5362956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41" name="Text 39"/>
          <p:cNvSpPr/>
          <p:nvPr/>
        </p:nvSpPr>
        <p:spPr>
          <a:xfrm>
            <a:off x="6464808" y="53629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0" y="5202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132320" y="5577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internship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 &amp; Organization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 one-month industry internship as a Data Analytics Intern at Codec Technologies Pvt. Ltd., completed under the AICTE &amp; ICAC approved National Internship Portal program, in collaboration with Google for Education.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Social Media Engagement Analytics Dashboard was designed and developed — analysing YouTube video performance data across the full pipeline: collection, cleaning, feature engineering, SQL analysis, and Power BI visualisation.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is a global platform delivering IT and business consultancy services across 27+ countries, empowering learners and connecting talent to career opportunities worldwide.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463040"/>
            <a:ext cx="4526280" cy="4572000"/>
          </a:xfrm>
          <a:prstGeom prst="roundRect">
            <a:avLst>
              <a:gd name="adj" fmla="val 1616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AT A GLANCE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6640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0664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8072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06640" y="3465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4123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15/06/2026 – 15/07/2026 (1 Month)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4782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5010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9001:2015, Google for Education Partner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5440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5669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Chandivali IT Hub, Mumbai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&amp;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4F0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and analysts know engagement drives growth, but typically lack clear, data-driven answers — decisions are often made on intuition rather than evidence: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18872" cy="11887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publish for maximum engagement?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118872" cy="11887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duration/category performs best?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41064"/>
            <a:ext cx="118872" cy="11887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sustain high engagement?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71416"/>
            <a:ext cx="118872" cy="11887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hidden-gem videos?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0932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pipeline to collect, clean, analyse and visualise engagement data, translating findings into concrete recommendations.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9339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9019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engagement data via YouTube Data API v3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49631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4048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 data using Python and Pandas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9923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9077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20+ analytical KPI features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350215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4107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a structured SQLite/MySQL 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00507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9136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25 analytical SQL queries (CTEs, window fns)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450799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4165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KPIs via an interactive Power BI dashboard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501091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50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9194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actionable business recommendations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26480" y="551383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5513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4223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project for reproducibility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4F0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full analytics pipeline for YouTube video performance data: API-based collection, documented data cleaning, feature engineering, database storage, SQL querying, dashboard visualisation, and automated insight generation.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200-row sample dataset (SYNTHETIC_SAMPLE) is included so the pipeline can run end-to-end without a live API key. The project is a portfolio-grade demonstration of data-analytics skills — its conclusions apply to the analysed dataset only.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76672" cy="4480560"/>
          </a:xfrm>
          <a:prstGeom prst="roundRect">
            <a:avLst>
              <a:gd name="adj" fmla="val 1633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784848" y="20299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YouTube Data API does not expose impressions, click-through rate, watch time, or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3108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784848" y="29900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videos may have hidden like/comment counts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40690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395020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 from the search keywords and channels used during collection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50292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491032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bias in cumulative view counts — mitigated using a views-per-day metric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19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762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language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3529584" y="1719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3529584" y="21762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9584" y="24688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45936" y="1719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21762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45936" y="24688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7696" y="155448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9162288" y="1719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9162288" y="21762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62288" y="246888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visualisation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953512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1181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575304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38679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ORM layer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4992" y="2953512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9584" y="31181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3575304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29584" y="38679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81344" y="2953512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5936" y="31181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30" name="Text 28"/>
          <p:cNvSpPr/>
          <p:nvPr/>
        </p:nvSpPr>
        <p:spPr>
          <a:xfrm>
            <a:off x="6345936" y="3575304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45936" y="38679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cleaning walkthroughs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97696" y="2953512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33" name="Shape 31"/>
          <p:cNvSpPr/>
          <p:nvPr/>
        </p:nvSpPr>
        <p:spPr>
          <a:xfrm>
            <a:off x="9162288" y="31181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34" name="Text 32"/>
          <p:cNvSpPr/>
          <p:nvPr/>
        </p:nvSpPr>
        <p:spPr>
          <a:xfrm>
            <a:off x="9162288" y="3575304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62288" y="38679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352544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45171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497433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13232" y="526694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64992" y="4352544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41" name="Shape 39"/>
          <p:cNvSpPr/>
          <p:nvPr/>
        </p:nvSpPr>
        <p:spPr>
          <a:xfrm>
            <a:off x="3529584" y="45171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42" name="Text 40"/>
          <p:cNvSpPr/>
          <p:nvPr/>
        </p:nvSpPr>
        <p:spPr>
          <a:xfrm>
            <a:off x="3529584" y="497433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529584" y="526694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config management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4352544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45" name="Shape 43"/>
          <p:cNvSpPr/>
          <p:nvPr/>
        </p:nvSpPr>
        <p:spPr>
          <a:xfrm>
            <a:off x="6345936" y="45171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46" name="Text 44"/>
          <p:cNvSpPr/>
          <p:nvPr/>
        </p:nvSpPr>
        <p:spPr>
          <a:xfrm>
            <a:off x="6345936" y="497433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345936" y="526694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997696" y="4352544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/>
        </p:spPr>
      </p:sp>
      <p:sp>
        <p:nvSpPr>
          <p:cNvPr id="49" name="Shape 47"/>
          <p:cNvSpPr/>
          <p:nvPr/>
        </p:nvSpPr>
        <p:spPr>
          <a:xfrm>
            <a:off x="9162288" y="45171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6E84"/>
          </a:solidFill>
          <a:ln/>
        </p:spPr>
      </p:sp>
      <p:sp>
        <p:nvSpPr>
          <p:cNvPr id="50" name="Text 48"/>
          <p:cNvSpPr/>
          <p:nvPr/>
        </p:nvSpPr>
        <p:spPr>
          <a:xfrm>
            <a:off x="9162288" y="497433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(CTEs &amp; Window Fns)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162288" y="526694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querying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modular pipeline — each stage independently testable and reusable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92224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52897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007761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Collection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96481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57154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F6E84"/>
          </a:solidFill>
          <a:ln/>
        </p:spPr>
      </p:sp>
      <p:sp>
        <p:nvSpPr>
          <p:cNvPr id="12" name="Text 10"/>
          <p:cNvSpPr/>
          <p:nvPr/>
        </p:nvSpPr>
        <p:spPr>
          <a:xfrm>
            <a:off x="3412018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00738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61411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16275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04995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5669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220533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9253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69926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624790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13510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74183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F6E84"/>
          </a:solidFill>
          <a:ln/>
        </p:spPr>
      </p:sp>
      <p:sp>
        <p:nvSpPr>
          <p:cNvPr id="24" name="Text 22"/>
          <p:cNvSpPr/>
          <p:nvPr/>
        </p:nvSpPr>
        <p:spPr>
          <a:xfrm>
            <a:off x="9029047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17767" y="2592324"/>
            <a:ext cx="1789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378440" y="219456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433304" y="2249424"/>
            <a:ext cx="1152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Generator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DOES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2519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engagement data is pulled via an API wrapper, orchestrated into CSV files, and passed through a documented twelve-step cleaning pipeline. Over twenty analytical KPI columns are then derived before the data is loaded into SQLite for structured querying — including CTEs and window functions across 25 analytical SQL queries — and finally visualised across a four-page Power BI dashboard, feeding an automated business-insights generator.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Six-Stage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64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1031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data collected via the YouTube Data API v3 (keyword &amp; channel-based). A synthetic 200-row dataset enables end-to-end runs without a live API key.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06824" y="1536192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1664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07992" y="21031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twelve-step process — dedup, standardise columns, type conversion, handle missing values, parse timestamps/durations, and flag outliers via IQR — preserving viral videos.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65008" y="1536192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664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66176" y="21031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6176" y="2468880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KPI features derived: engagement/like/comment rate, video age, posting-time group, duration category, and performance category (Low–Viral).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69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" y="46085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4974336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loaded into a SQLite database (optional MySQL) via SQLAlchemy, with an indexed schema for efficient querying.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06824" y="4041648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F4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4169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2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07992" y="46085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07992" y="4974336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analytical queries — summary stats, top videos/channels, posting-time and monthly trends — plus window functions (RANK, LAG, SUM OVER()).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065008" y="4041648"/>
            <a:ext cx="3538728" cy="2304288"/>
          </a:xfrm>
          <a:prstGeom prst="roundRect">
            <a:avLst>
              <a:gd name="adj" fmla="val 3175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66176" y="4169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66176" y="46085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66176" y="4974336"/>
            <a:ext cx="3136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four-page Power BI dashboard (Executive, Engagement, Posting-Time, Content Strategy) feeds an automated business-insights report.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0F6E8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KPI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0F6E8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313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313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15400" y="2313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business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108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end-to-end analytics pipeline covering collection, cleaning, feature engineering, storage, analysis, and visualisation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703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 and enriched dataset with 20+ engineered KPI features, ready for analysis and reporting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97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SQLite database supporting CTE- and window-function-based analytical queries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business-insights report identifying the best posting day, hour, time group, duration, category, and top channel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1441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well-documented, portfolio-grade project demonstrating industry-relevant data analytics skills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00400" cy="3200400"/>
          </a:xfrm>
          <a:prstGeom prst="ellipse">
            <a:avLst/>
          </a:prstGeom>
          <a:solidFill>
            <a:srgbClr val="0F6E8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307592" cy="634980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39496"/>
            <a:ext cx="1143000" cy="470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07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5361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the Internship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223113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hands-on, industry-level exposure to a complete data analytics lifecycle — from raw data acquisition to actionable business insights.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88950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practical skills across Python, SQL (CTEs and window functions), and Power BI dashboarding.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35478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translate raw engagement data into structured, evidence-based content strategy recommendations.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4206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reproducible, well-documented, portfolio-grade project demonstrating industry-relevant analytics capability.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056632"/>
            <a:ext cx="11064240" cy="0"/>
          </a:xfrm>
          <a:prstGeom prst="line">
            <a:avLst/>
          </a:prstGeom>
          <a:noFill/>
          <a:ln w="12700">
            <a:solidFill>
              <a:srgbClr val="2744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2395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548640" y="58155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1813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Omkar  |  MCA – Batch 2026-27  |  Enrollment No. 25SCS2040003675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 Dashboard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2026-09-07T18:32:29Z</dcterms:created>
  <dcterms:modified xsi:type="dcterms:W3CDTF">2026-09-07T18:32:29Z</dcterms:modified>
</cp:coreProperties>
</file>